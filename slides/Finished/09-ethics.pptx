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FF"/>
                </a:solidFill>
                <a:latin typeface="Calibri"/>
              </a:rPr>
              <a:t>AGENTIC COMMANDERS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Module 09:
Rules of Engagement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657600"/>
            <a:ext cx="530352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8"/>
                </a:solidFill>
                <a:latin typeface="Calibri"/>
              </a:rPr>
              <a:t>PREREQUISITE MODULE  |  SELF-PACED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20040"/>
            <a:ext cx="5394960" cy="60807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0403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147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An officer signing a release line on a SITREP; an AI-drafted paragraph on the screen behind, one claim circled in red — the signer owns it]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Situation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65992" cy="9601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0800" cy="96012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Ethics is what you do with AI OUTPUT and whether the use is right, lawful, and accountable — distinct from OPSEC/data-handling, which governs what flows 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00"/>
                </a:solidFill>
                <a:latin typeface="Calibri"/>
              </a:rPr>
              <a:t>⏱  Self-paced  |  8 sections  |  ~2-3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11365992" cy="36118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88920"/>
            <a:ext cx="50800" cy="36118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FF"/>
                </a:solidFill>
                <a:latin typeface="Calibri"/>
              </a:rPr>
              <a:t>LEARNING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1000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Sign for every AI-assisted product — capability does not transfer accountability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Treat a hallucination in a consequential product as authored harm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Judge first, consult second — defeat automation bias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Spot stereotype-matching and refuse to launder bias into products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Disclose material AI use; know DoDI 5400.19 governs public-facing content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Stay inside the lawful-use boundary: capability is not authorization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Respect privacy beyond OPSEC: 'collectible' is not 'appropriate'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Map it all to the five DoD AI Ethical Principles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Ethics Is Not OPSEC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Module 1 = DATA HANDLING: what flows IN — what you may paste. That is security.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This module = the OUTPUT side: what you do with what comes out, and whether the use is right.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You can be perfectly OPSEC-compliant and still commit an ethical failure: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sign for a fabricated claim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hide that AI wrote your product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use generation to deceive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Clean inputs do not make an output honest. This module owns the output side.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 CURRENCY: This module cites DoD AI policy (5 Principles, CDAO RAI, DoDI 5400.19, NIST AI RMF) — all in active revision. Not legal advice. Verify the current version before delivery; ask chain/legal when unsure.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Accountability
&amp; Authorship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You sign for it — capability does not transfer accountability.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signature block on an analytic product; the pen is the operator's, not the machine's]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You Sign for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Authorship attaches to the SIGNER, not the drafter.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Forward, brief, or sign a product = you ASSERT every claim in it as your own.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There is no 'the model said so' defense.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That sentence doesn't reduce responsibility — it admits you signed unverified.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Vouching is PER-CLAIM, not per-document.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Every name, date, figure, citation, causal link — verified or you own being wrong.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 product is only as signed-for as its least-checked sentence.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Fluent is not verified. Polish is exactly what makes an unverified claim slide through review. This is the supervisor's 'OWN the outcome' duty, made literal.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 AI-drafted assessment you signed and forwarded contained a fabricated statistic that drove a bad decision. Who is accountable — and what specifically did you fail to 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Sign for It — Correctly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Ask a model to draft a 4-6 sentence analytic paragraph on a NON-sensitive topic you know well.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Find every checkable claim: each name, date, number, causal 'because'.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Verify each claim against a trusted source, or mark it 'cannot verify'.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Find the planted false claim that reads as plausible — if you'd signed first, you'd have asserted 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Only after every claim is verified or struck, INITIAL the paragraph: 'I vouch for every claim here.'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paragraph with each claim check-marked, then initialed at the bottom]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Accountability &amp; Authorship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Capability does not transfer accountability — you author what you sign.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'The model said so' is not a defense; it is an admission you didn't verify.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Vouching is per-claim: every checkable fact, verified or owned.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 product is only as signed-for as its least-checked sentence.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Hallucination as
an Ethical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A fabricated claim you release is authored harm — verify to the stakes.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confident-looking assessment with a fabricated citation highlighted, riding up the chain]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Authored Harm, Scaled to 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Same mechanism, different stakes: the model has no truth-check (Module 1).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technical event is identical; the ethical weight is not.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Harm attaches at the point of RELEASE — when you adopt the claim as your own.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Your verification duty scales with consequence: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Low (rough draft): sanity-check obvious errors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Medium (internal summary): verify key claims, citations, figures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High (decision is made on it): verify EVERY checkable claim, independently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The stakes set the standard — not your schedule. A deadline raises the temptation to skip the check; it never lowers the bar.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Same Fabrication, Different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A model invents: 'per the 2024 regional stability report, incidents rose 40%' — no such report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IN A STUDY NOTE TO YOURSELF: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You catch it later. No harm done.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IN AN ASSESSMENT YOUR COMMANDER BRIEFS UPWARD: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A 40% figure with a citation is exactly what decisions get built on.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By the time anyone finds the report doesn't exist —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the decision is already made, on YOUR authored claim.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Same token-generation event.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One is a curiosity. One is a failure you signed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Split screen — a sticky note vs. a briefing slide on a command screen]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know the model can fabricate. You're on a deadline drafting a product a commander will act on. What does KNOWING the mechanism obligate you to do that you wouldn't be obligated to if you didn't know?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Stakes-Scaled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Take a model output with a specific factual claim + citation (reuse a Module 1 hallucination, or generate fresh on a non-sensitive topic).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Write: 'If low-stakes, the consequence is ___. If high-stakes, the consequence is ___.'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For the high-stakes version, write the verification you would owe before signing.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Now actually do that verification on the claim. Did it survive?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dial labeled STAKES turning up, with the verification bar rising alongside it]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Hallucination as an Ethical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 technical fact (hallucination) becomes an ethical event (authored harm).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Harm attaches at release — when you adopt and forward the claim.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Verification duty scales with stakes, not with how busy you are.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Knowing the mechanism creates the duty — you can't claim you didn't know.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Over-Reliance &amp;
Automation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Judge first, consult second — or the skill quietly erodes.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An analyst writing an assessment by hand, the screen turned face-down until they finish]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Judge First, Consult Second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Automation bias: humans over-trust automated output — documented, not a personal weakness.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It's psychology, so you counter it with a PROCEDURE, not willpower.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Anchoring: whatever you see first sets your reference point.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See the model's take first and you're editing it, not assessing the problem.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Deskilling: a skill you stop exercising decays — you become a relay, not an analyst.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Countermeasure: form your own assessment and WRITE IT DOWN before you see the model's.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Where your read and the model's disagree is the most valuable thing on the 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Speed is the trap. The faster the answer arrives, the more tempting it is to skip your own. Accept a slower start to get an owned result.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You've started reaching for the model BEFORE forming your own view on every problem. What skill is quietly eroding — and what is the one-step fix?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Judge-First, Consult-Second (do in order — no peeking)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Pick an analytic question on a non-sensitive topic you know something about.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BEFORE touching any AI: write your own assessment (3-5 sentences). Commit to 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NOW ask the model the same question.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Compare — where do you agree, where do you disagree?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For every disagreement, decide with reasoning who is right — verify, do NOT default to the machine.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6.   Write one sentence: did the model sharpen your assessment, or nearly replace it?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Two columns — 'MY ASSESSMENT' filled in first, 'MODEL' revealed second]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Over-Reliance, Automation Bias &amp; Deskilling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Automation bias is documented human psychology — counter it with procedure.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Anchoring: see the model first and your independent judgment never forms.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Deskilling: stop exercising the skill and it decays — you become a relay.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Judge first, write it down, THEN consult — disagreements are the gold.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Bias &amp; Fairness in
AI-Assisted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Spot stereotype-matching vs. evidence — and refuse to launder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model output where stereotype-based claims are struck through, evidence-based claims kept]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Don't Launder Bias Into the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Trained, not programmed (Module 1): the model inherited human bias from its training text.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Not malicious — a mirror of data that was never neutral. No rulebook to audit.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Stereotype-matching vs. evidence-based output — same confident voice: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Stereotype-matching: fills a gap with the common assumption, dressed as analysis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Evidence-based: anchored to the specific facts YOU provided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laundering risk: adopt a biased output and a stereotype wears your signature.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Module 1 = SPOT it (literacy). Module 9 = the DUTY not to pass it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Bias isn't only demographic. Any confident conclusion the specific evidence doesn't support — which actor is 'probably' responsible — check it against the facts.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Spotting Stereotype-Matching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A model profiles a group's likely behavior from a thin description — confident, detailed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THE TEST: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Strip out the group label.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Ask what SPECIFIC evidence in your input supports each claim.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IF the claims survive only because of the label —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not the facts —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the model is matching a stereotype, not analyzing evidence.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That assessment does NOT go in your product.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profile with the demographic label peeled off, half the claims collapsing]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model hands you a confident profile of a group. How do you tell whether it's reading the evidence you gave it or replaying a training-data stereotype — and what do you OWE once you can tell?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Strip the Assumption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Ask a model to assess a group/actor from a deliberately thin, non-sensitive (fictional/historical) description.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Underline every confident conclusion in the output.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For each: what specific fact in MY input supports this? Mark the ones surviving only on assumption.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Rewrite using only evidence-supported claims. Note how much shorter — and more honest — it gets.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Write one sentence: what would you have laundered into a product if you'd accepted the first output?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long assessment shrinking to a short evidence-only version]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Bias &amp; Fairness in AI-Assisted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The model inherited human bias from training data — it is a mirror, not malicious.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Stereotype-matching fills gaps with assumption; evidence-based tracks your facts.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Fluency hides bias — you are the filter or the conduit.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Spotting bias without correcting it is itself a failure.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Disclosure &amp;
Attribution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Provenance of your product — default to traceability.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product footer reading 'Drafted with AI assistance; all claims verified' next to an analyst's initials]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Provenance: Where Did This Come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Provenance: where a product came from and what touched it — the basis of traceability.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Disclose when AI assistance is MATERIAL — it shaped substance, not just polish.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Test: would a consumer weight it differently knowing how much the model produced?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Public affairs is a HARD line, governed by policy not personal judgment: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DoDI 5400.19 — notice when generative AI creates public-facing content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AI-generated/modified visual info cites the technology; humans approve before release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No policy stated? Default to TRACEABILITY — note that AI assisted, and how.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 CURRENCY: DoDI 5400.19 and DoD disclosure guidance are in active revision. Confirm the current version + unit policy before relying on it. Not legal advice — ask your PAO/chain/legal when unsure.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used a model to draft most of an assessment, then verified and lightly edited it. Your unit has no explicit disclosure policy for internal products. What is your default — and why is it the safer call?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Write the Provenance Note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Take a recent non-sensitive AI-assisted product, or build a short one now.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Apply the materiality test: did AI shape SUBSTANCE or just polish? Write the one-sentence answer.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Draft a one-line provenance note appropriate to the product.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Decide destination — internal or public-facing? If public, write what DoDI 5400.19's principles require (verify current policy first).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Identify who in your chain you'd ask if unsure whether disclosure was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one-line provenance footer being stamped onto a finished product]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Disclosure &amp;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Provenance = where it came from and what touched it; it enables traceability.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Disclose when AI is material (shaped substance), via the materiality test.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Public-facing content is governed by DoDI 5400.19 — verify its current form.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No policy stated? Default to traceability — disclose and move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Dual-Use &amp;
Misuse Awareness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Capability is not authorization — recognize the boundary, not a how-to.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single generative tool with two arrows out — one to a legitimate report, one to fabricated media, a STOP gate on the second]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Lawful-Use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Dual-use: a capability with both legitimate and harmful applications — the same features.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Synthetic media (fake text/image/audio/video) matters two directions: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As a TARGET: adversaries use it against you — calibrate trust in unverified media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As an OPERATOR: generating deception is governed by law, authorities, policy — not freelanced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lawful-use boundary is set by law/authorities/policy — NOT by what the tool can do.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Near the line (deception, impersonation, fabricated media, influence)? STOP and route 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Capability is not authorization. The tool being able to do something tells you NOTHING about whether you're allowed to. This is awareness, not instruction.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tasking could be done by generating a convincing piece of fabricated media, and the model would do it without complaint. What does the model's WILLINGNESS tell you about whether you're authorized — and what is your next move?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Recognize the Boundary (no generation today)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List three legitimate uses of generative AI in your work and three ways the SAME capabilities could be misused.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Notice: they are the same features.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For each misuse, write one sentence on who sets the boundary (law, authorities, policy, chain).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Write the reflex: 'When a task approaches deception/impersonation/fabricated media, I STOP and route it to ___.'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Reflect: how would you verify a piece of media before trusting it, knowing how easily it's synthesized?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checklist of features each labeled both USE and MISUSE, with a routing arrow up the chain]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Dual-Use &amp; Misuse Awareness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Dual-use: the feature that helps you also enables harm — the use is what's governed.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Synthetic media is both a threat to you and a boundary on you.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Capability is not authorization — set by law/authorities/policy, not the tool.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Near the line? Stop and route up — recognition, not a how-to.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Privacy &amp;
Collection Ethics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Beyond OPSEC: 'collectible' is not 'appropriate'.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Individually-harmless data points (a name, a location, a post) snapping together into an intrusive profile]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Technically Collectible Is Not Appropriate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Module 1 (connect, don't re-teach): data handling = what sensitive material flows IN.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This section = the OTHER side: ethics of data you collect/use about OTHER people.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Third-party/incidental data: collection sweeps in non-targets — obligations remain.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Consent &amp; expectation: data offered for one purpose isn't fair game for any purpose.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Aggregation: harmless points combine into an intrusive profile — AI excels at this.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whole is far more sensitive than the parts; you can profile without touching 'sensitive' data.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Technically collectible != lawfully/ethically appropriate — the boundary is law/authorities/policy.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 / ASK: Rules on collection, retention, dissemination — especially U.S. persons information — are strict and not yours to interpret on the fly. Not legal advice. Route hard cases to chain + legal/oversight before acting.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Every data point about a person is publicly available and individually harmless. An AI tool correlates them into a detailed profile in seconds. Why might that AGGREGATION still cross an ethical or legal line — and what do you do when you sense it might?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Watch the Aggregate (a reasoning exercise)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Imagine a fictional task to profile a person from open sources. List five individually-harmless data points.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Combine them. Write down what the AGGREGATE reveals that no single point did.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Identify where in that aggregation you'd want to stop and ask — and who you'd ask.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Write one sentence distinguishing this duty from the Module 1 data-handling rule, in your own words.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Five small data cards merging into one detailed dossier, a STOP line drawn partway]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Privacy &amp; Collection Ethics Beyond OPSEC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OPSEC protects OUR information; this protects OTHER people's.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Third-party/incidental data carries privacy obligations you didn't seek.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Aggregation is the AI-amplified risk — harmless parts, intrusive whole.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'Technically collectible' is not 'lawfully/ethically appropriate' — ask on hard cases.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DoD AI Principles
&amp; Lawful-Use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Responsible, Equitable, Traceable, Reliable, Governable — mapped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Five pillars labeled with the principles, each tied by a line back to a habit from Sections 1-7]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Five Principles, Mapped to Your Habits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DoD adopted five AI Ethical Principles — every one has an operator-level expression: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RESPONSIBLE — humans keep judgment &amp; accountability  -&gt;  §1 sign for it; §3 judge first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EQUITABLE — minimize unintended bias  -&gt;  §4 don't launder stereotype-matching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TRACEABLE — transparent, auditable methods &amp; sources  -&gt;  §5 disclosure; §2 verify to sources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RELIABLE — explicit, tested, well-defined uses  -&gt;  §2 hallucination; §6 lawful-use boundary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GOVERNABLE — detect/avoid harm, ability to disengage  -&gt;  §6 dual-use; §7 privacy; stop &amp; route up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Supporting (cite + verify): CDAO Responsible AI guidance; DoDI 5400.19; NIST AI RMF (Govern/Map/Measure/Manage).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 CURRENCY: the 5 Principles, CDAO RAI guidance, DoDI 5400.19, and NIST AI RMF are all in active revision. Not legal advice — a literacy map, not a compliance checklist. Confirm current versions + unit policy before relying on them.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Standing Order — How This Module Closes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Three sentences carry the whole module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(1)  You SIGN for every AI-assisted product —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     capability never transfers accountability.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(2)  VERIFY before you act —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     and your duty scales with the stakes.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(3)  When the right call is unclear — disclosure, dual-use,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     privacy, lawfulness — STOP and ASK your chain of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     command or legal/ethics advisor.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Not legal advice. Does not replace unit policy.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The operator who asks is never the one who fails the ethics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'WHEN UNCLEAR, ASK' placard above a clear path to the chain of command]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Map one real, non-sensitive AI-assisted task you expect to do this month onto the five principles. Which principle is most at risk in that task — and what will you do to honor it?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Map It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Without looking, name the five DoD AI Ethical Principles. Check yourself against the table.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For each principle, write the one habit from Sections 1-7 that expresses 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Pick the principle you're personally weakest on and write one concrete workflow change.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Write the standing-order sentence in your own words: 'When ethics is unclear, I ___.'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worksheet linking each of the five principles to a personal habit]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DoD AI Ethical Principles &amp; Lawful-Use Close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Five principles: Responsible, Equitable, Traceable, Reliable, Governable.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Each maps to a habit you practiced — the seven habits were one framework.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CDAO RAI guidance, DoDI 5400.19, NIST AI RMF — cite by name, verify currency.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Standing order: verify, sign, and when unclear, ask the chain or legal.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Rules of Engagement — the eight duties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38404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447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The Duty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447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One-Line Takeaway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73936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7393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4708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1.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1847088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You sign for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847088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Capability doesn't transfer accountability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32888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532888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606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2. Hallucination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60604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Verify to the stakes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606040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A released fabrication is authored harm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91840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291840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36499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3. Automation Bias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336499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Judge first, consult second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3364992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Write your own assessment before the model's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050792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050792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412394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4. Bias &amp; Fairness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4123944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Don't launder bias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4123944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Stereotype-matching vs. evidence — refuse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809744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809744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88289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5. Disclosure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4882896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Default to traceability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4882896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Material AI use; public = DoDI 5400.19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568696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56869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564184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6. Dual-Use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4368" y="5641848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Capability != authorization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5641848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Stay in the lawful-use boundary; route 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327648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6327648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6400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7. Privacy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4368" y="64008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Respect others'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6400800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'Collectible' != 'appropriate'; watch aggregation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7086600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7086600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" y="715975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8. DoD Principles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44368" y="715975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Map it all 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7159752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Responsible/Equitable/Traceable/Reliable/Governable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Confirm before moving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explain why capability does not transfer accountability — I sign for it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treat a hallucination in a consequential product as authored harm, scaled to stakes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judge first and consult second — own assessment written before the model's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spot stereotype-matching vs. evidence and refuse to launder bias into a product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disclose material AI use and know DoDI 5400.19 governs public-facing content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know capability is not authorization and stay inside the lawful-use boundary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respect privacy beyond OPSEC: 'collectible' is not 'appropriate' — I watch aggregation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name the five DoD AI Ethical Principles and map each to a habit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know the standing order: verify, sign, and when unclear, ask the chain or legal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END OF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Module 09:
Rules of Engagement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548640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1.   You sign for every AI-assisted product — capability never transfers accountability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2.   Your verification duty scales with the stakes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3.   When the ethical call is unclear, stop and ask your chain or legal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4.   Verify policy currency before you rely on it — none of this is legal advice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5.   Next: Module 10 — Field Craft: Markdown, Code, Tools &amp; Context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