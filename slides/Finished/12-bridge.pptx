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Crossing
the LD:
Bridge to
Advanced
Agentics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PREREQUISITE MODULE  |  SELF-PACED  |  RECOGNITION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unit crossing the line of departure at first light — terrain ahead mapped, footing sure; the bridge to what comes next]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recognition module: it gives you the vocabulary and the map for advanced agentics so the main course has something to build on — and deliberately stops short of teaching you to build any of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Self-paced  |  Recognition, not mastery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Recognize advanced agentics as the same primitive, scaled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Name RAG, MCP (Tool/Resource/Prompt), and the guardrail controls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Name the four workflow patterns and the sub-agent idea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Recognize agent evaluation as the verify step at scale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Know exactly what is deferred to the main course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Read This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eleven before this taught you to DO things — this one to RECOGNIZE them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When the main course says 'wrap that tool in an MCP server,'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you'll already know what the words point at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Watch for the 'Deferred to the main course' markers throughout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They aren't gaps — they are the boundary of this course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Everything here is built on the one primitive you already 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Recognition, not build. You leave able to NAME these topics, not implement them. That is the whole job of a bridge.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Recap
the Primitive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Everything advanced is the primitive you already command — repeated, connected, scaled.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three nested blocks labeled engine, harness, operator, with a loop arrow around them; the foundation, unchanged]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You Already Hold the Whole 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ENGINE — the model: predicts text, reasons in language, no body (M1)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HARNESS — what gives the engine a body: tools, file access, action (M7)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OPERATOR — you: the accountable supervisor who delegates and owns (M7/M9)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LOOP — delegate, verify, own, run on a live build (M11)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advanced topic ahead is one of these, extended: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more tools on the harness, a plan you approve, one agent directing 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Map every new term back to the primitive: is this a richer engine, a bigger harness, or a tighter operator loop? Almost everything sorts into one of those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Recap the Primitive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Advanced agentics is not new in kind — it's the primitive, scaled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Engine, harness, operator, and the loop are the whole foundation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Sort every new term into richer engine, bigger harness, or tighter loop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Anchoring to what you own keeps the main course from feeling like a wall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Grounding
and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The 'RAG-by-hand' pattern from Module 7 — now with its name.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analyst answering from an open, cited source binder rather than from memory; traceable to the page]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Name the Pattern You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GROUNDED vs UNGROUNDED — the operator's question: where did this come from?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Ungrounded: from trained weights — fluent, no source to check (all M1 risks)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Grounded: from real material retrieved into context — cited, traceable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RAG — retrieval-augmented generation: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retrieve real sources, put them in context, answer from them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You did this by hand in Module 7; the main course builds it into the harness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Fixes two M1 failures: knowledge cutoff AND hallucination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Grounding doesn't remove the verify step — you still confirm the retrieved source is real and the answer reflects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used 'RAG by hand' in an earlier module without knowing the name. What did that actually consist of — and how do you tell a grounded answer from a generated one?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Grounding and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RAG is the named version of the by-hand grounding you already did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Grounded output is cited and verifiable; generated output is not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It's the practical fix for knowledge cutoff and hallucination at once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building retrieval pipelines (embeddings, vector stores)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Connecting
Tools &amp;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The harness is extensible — MCP is the emerging standard way to extend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harness with modular ports; new capability modules snapping into a standard connector]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MCP — Model Context Protocol (Conceptual)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harness is extensible — adding a tool makes a general agent useful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MCP: an open standard for connecting agents to external tools and data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Write a capability once, reuse it across agents instead of bespoke wiring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Three things an MCP server exposes: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TOOL — an action the agent can invoke (the agent DOES something)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RESOURCE — data the agent can read (the agent READS something)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PROMPT — a reusable instruction template (the agent REUSES something)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sort: Tool = action, Resource = readable data, Prompt = canned 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VERIFY-BEFORE-TEACHING: this is the highest version-sensitivity risk in the course. Treat every specific here as illustrative of the CONCEPT, not as current 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MCP Is Version-Sensitive — Verify Before You Rely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MCP is a fast-moving standard — details change between versions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Protocol details, transport, available servers, governance, semantics —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all shift; do NOT teach any specific MCP detail from memory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Before any course run or operational use: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verify the current state at official docs AND what your org has authorized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Connecting a tool expands the attack and disclosure surface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New tool/resource = a new path data flows out, or untrusted input flows in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Module 1 data-handling bright line applies in full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An extensible harness is powerful — and is exactly why the guardrails in the next segment exist. Verify currency before delivery.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 MCP terms, what is the difference between a Tool and a Resource — and why must you verify any specific MCP detail against current docs rather than teaching it from memory?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Connecting Tools and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harness is extensible; MCP standardizes how you connect new tools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An MCP server exposes Tools (actions), Resources (data), Prompts (templates)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MCP is version-sensitive — verify every specific before teaching or relying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building MCP servers and wiring real tools and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Permissions
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The technical 'how' behind staying the accountable human in the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access-control panel with scoped switches and an approval gate; least privilege made physical]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Supervisor Mindset, Made Enforceable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SCOPED PERMISSIONS — specific read/write/execute rights, nothing more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Least privilege applied to agents: read-only can't modify; sandboxed can't escape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COMMAND ALLOWLISTS — permit a defined set; everything else blocked by default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APPROVAL GATES — agent pauses on a consequential action and asks a human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gate is where your judgment enters the loop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SANDBOXES — an isolated environment where a mistake can't damage anything real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This is what makes the capstone bad-edit drill safe to do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Guardrails reduce how much damage a mistake can do — they do NOT transfer accountability. You still own the output (Module 9).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approval gate pauses the agent before a consequential action so a human can approve it. Why does that mechanism reduce risk WITHOUT reducing your accountability for the result?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Permissions and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Scoped permissions, allowlists, approval gates, sandboxes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These are the technical implementation of the supervisor mindset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Guardrails make supervision enforceable, not unnecessary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configuring scopes, allowlists, gates, and sandboxes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Planning &amp;
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The agent's plan is a supervision artifact — steer at the plan, not the wreckage.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agent presenting a step-by-step plan on a board for a commander's approval before execution]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Plan-Then-Act as an Approval Checkpoint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DECOMPOSITION — break a large, ambiguous task into ordered sub-steps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did this with pseudocode in Module 10; an agent does it for a big job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PLAN-THEN-ACT — agent proposes a plan, you approve/correct, THEN it executes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Catching a flawed approach in the plan is far cheaper than in finished work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plan as a supervision artifact: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earliest, cheapest place to apply oversight — the delegate step, visible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Correcting a plan costs a sentence; correcting completed work costs a rebuild. The plan is your highest-leverage moment to redirect.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Why is an agent's proposed plan described as a 'supervision artifact,' and why is reviewing it the cheapest place to apply your judgment?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Planning and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Agents can decompose a big task into ordered, reviewable steps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Plan-then-act inserts your approval before any change is made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plan is the earliest and cheapest supervision checkpoint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building agents that plan and managing plan-execution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Workflow
Patterns,
Named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Recognize the four by name now — you build them in the main course.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four labeled flow diagrams side by side, each a different arrangement of the same primitive]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Four Recognition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PROMPT CHAINING — a sequence where each step's output feeds the next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draft -&gt; critique -&gt; revise; order is the point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ROUTING — classify the request first, then send to the best handler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triage step: simple to a fast path, complex to a heavier one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ORCHESTRATOR-WORKERS — one agent splits a job, workers do parts, it assembles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team lead delegating to a section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EVALUATOR-OPTIMIZER — one agent produces, another critiques, the first revises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generate-and-critique loop that runs until output meets the bar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Recognize the shape, defer the build. When the main course says 'route this,' you'll know it means classify-then-dispatch.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workflow classifies each incoming request and sends it to the handler best suited for it. Which named pattern is this — and which pattern instead feeds each step's output into the next?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Workflow Patterns, Named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Prompt chaining: ordered steps, each feeding the next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Routing: classify-then-dispatch to the best handler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Orchestrator-workers: one agent splits, delegates, assembles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Evaluator-optimizer: generate, critique, revise — DEFERRED to build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Sub-Agents
&amp;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One commander agent directing workers — a preview, not an orchestration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command-and-control chart: one commander node delegating to a row of worker nodes]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Commander, Many Workers (Preview)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SUB-AGENTS — worker-agents a coordinating agent spawns and directs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each handles a bounded piece of a larger job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COMMANDER ANALOGY — one agent decomposes, assigns, integrates results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chain-of-command structure you already understand, in agents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SUPERVISION GETS HARDER, NOT OPTIONAL — you're overseeing a delegation chain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loop still applies; it just has more surface to 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More agents multiply capability AND the places things go wrong. Don't read 'the agents handle it' as 'I can stop verifying.'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What does adding sub-agents change about the operator's responsibility — and what is the trap in assuming a multi-agent system supervises itself?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Sub-Agents and Multi-Agent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One commander agent can delegate to multiple worker-agents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Same chain-of-command structure you already understand, in agents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Multi-agent expands the surface the accountable human must supervise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designing and orchestrating multi-agent systems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Evaluating
an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Judging the whole output, not one answer — the verify step, grown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QA bench sampling outputs against a known-good reference set; spot-checks on a production line]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Whole-Output Evaluation (Light)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SPOT-CHECKS — sample a subset of outputs and verify them closely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can't read everything at scale; check enough to calibrate trust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REGRESSION TESTING — keep known-good results; re-run after any change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catches when a change quietly breaks what used to work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EVALUATOR-OPTIMIZER, REUSED — one agent or rubric judges another's output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 same Segment-5 pattern, applied as a scalable verify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Everything here is the capstone's verify step at scale — how you keep verifying when there's too much output to read by hand.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Why is whole-output evaluation necessary instead of just reading every answer — and how do spot-checks and regression tests relate to the verify step you ran in the capstone?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Evaluating an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Judge the whole output, not a single answer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Spot-checks, regression testing, and the evaluator-optimizer idea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Evaluation is the capstone's verify step scaled up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DEFERRED: building production evaluation harnesses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WHAT'S DEFERRED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You cross with the map; the main course is where you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447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YOU CAN NOW RECOGNIZE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447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MAIN COURSE TEACHES YOU TO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Grounding /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847088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RAG as named, traceable grounding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47088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Retrieval pipelines (embeddings, vector stores)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Tools &amp;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6060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Extensible harness; Tool/Resource/Prompt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606040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MCP servers + real connections (verify details)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Permissions &amp;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364992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Scopes, allowlists, gates, sandboxes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364992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Configuring enforceable agent permissions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50792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50792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23944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4123944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Plan-then-act as a 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123944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Agents that decompose and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82896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Workflow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882896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four patterns by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882896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Implementing chaining/routing/orchestration/eval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568696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56869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564184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Sub-Agents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5641848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One commander directing workers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5641848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Designing multi-agent systems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state advanced agentics is the same primitive, scaled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RAG as the grounding pattern I already used by hand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describe MCP and Tool/Resource/Prompt — and know it's version-sensitive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the permission and guardrail controls behind supervision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explain why an agent's plan is a supervision checkpoint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the four workflow patterns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recognize the sub-agent idea expands, not removes, supervision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name spot-checks, regression, and evaluator-optimizer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which of these is deferred to the main course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Crossing
the LD:
Bridge to
Advanced
Agentics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Carry the primitive and the loop across — everything ahead is built from them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Verify anything version-sensitive (above all MCP) against current docs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Report to the ACC main course — this is where you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