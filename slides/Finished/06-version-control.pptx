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635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FF"/>
                </a:solidFill>
                <a:latin typeface="Calibri"/>
              </a:rPr>
              <a:t>AGENTIC COMMANDERS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594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The Duty Logbook:
Version Control
with Git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657600"/>
            <a:ext cx="5303520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794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4C8"/>
                </a:solidFill>
                <a:latin typeface="Calibri"/>
              </a:rPr>
              <a:t>PREREQUISITE MODULE  |  2-3 HOUR BLOCK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320040"/>
            <a:ext cx="5394960" cy="60807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30403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3147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watch duty logbook open on a desk, every entry timestamped and signed]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Situation Brief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11365992" cy="96012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50800" cy="96012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BLUF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18488"/>
            <a:ext cx="110002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Version control is a duty logbook of every change you can rewind. When an agent can edit your files at speed, the logbook is how you keep accountability — and undo any change. This module turns the concept into commands you run for real.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A00"/>
                </a:solidFill>
                <a:latin typeface="Calibri"/>
              </a:rPr>
              <a:t>⏱  2-3 hour block (about 110 min hands-on)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788920"/>
            <a:ext cx="11365992" cy="36118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788920"/>
            <a:ext cx="50800" cy="36118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529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FF"/>
                </a:solidFill>
                <a:latin typeface="Calibri"/>
              </a:rPr>
              <a:t>LEARNING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154680"/>
            <a:ext cx="1100023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Explain version control as a duty logbook of changes you can rewind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Initialize a repo and record snapshots with add, commit, log, and diff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Create a branch, merge it, and resolve a merge conflict by hand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Write a .gitignore BEFORE the first commit to keep credentials out of history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Push to GitHub and review a pull request diff before merging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Why Version
Control Exists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When an agent can change your files, you want a logbook of every change — and the ability to go back.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fast-moving teammate making entries while a supervisor reviews the running log]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Version Control Is the Duty Logbook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Every file change records a snapshot: what changed, when, and a note about why.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Stored locally. Every snapshot can be rewound.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The duty logbook: every change recorded — what, when, why, who.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An agent does the same file operations you learned — at speed, on many files, sometimes unprompted.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The logbook keeps accountability over a teammate who works fast and never sleeps.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Local layer: your machine keeps the record — rewind any snapshot, no internet needed.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Remote layer: the same history synced to GitHub — backup, and the way teammates share files.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Why software people seem to remember everything: they do not — they have the log. 'Who changed this and when?' is a two-second lookup. The logbook is doing the remembering.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508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C14"/>
                </a:solidFill>
                <a:latin typeface="Calibri"/>
              </a:rPr>
              <a:t>Load the Reason 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6858000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658368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1.   Think about a file you have edited multiple times over the past month.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2.   Ask: if I needed to see what it looked like three weeks ago, could I?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3.   Ask: if something went wrong, what would I lose?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4.   That gap — between what you want to recover and what you can recover — is what version control fills.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5.   No commands yet. The commands come next, once the reason is loaded.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713232"/>
            <a:ext cx="4325112" cy="5733288"/>
          </a:xfrm>
          <a:prstGeom prst="rect">
            <a:avLst/>
          </a:prstGeom>
          <a:solidFill>
            <a:srgbClr val="0F1423"/>
          </a:solidFill>
          <a:ln w="19050">
            <a:solidFill>
              <a:srgbClr val="00E57A"/>
            </a:solidFill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3259836"/>
            <a:ext cx="4325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7A"/>
                </a:solidFill>
                <a:latin typeface="Calibri"/>
              </a:rPr>
              <a:t>◼ 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534156"/>
            <a:ext cx="3959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soldier mentally tracing edits to a document with no record to fall back on]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CHECK 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00"/>
                </a:solidFill>
                <a:latin typeface="Calibri"/>
              </a:rPr>
              <a:t>Before You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10972800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1000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An agent just ran a batch edit on 40 files. You look at one and it is not right.
Without version control, what are your options?
With version control, what changes?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Why Version Control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Version control records every change as a rewindable snapshot — what, when, why, who.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It is a duty logbook for a teammate who works fast and never sleeps.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Local layer keeps the record offline; remote layer (GitHub) backs it up and enables sharing.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It matters the moment an agent gets write access to your files.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Your First Repository:
Commit, Log, Diff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Stage the changes you want to record, commit them with a message, and Git keeps that snapshot forever.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first logbook entry being written and signed at the start of a watch]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Three States of a Change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A repository is a folder Git is tracking. git init starts watching it.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Working directory: your files as they are now — edited, not yet recorded.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Staging area: the changes you selected for the next snapshot (git add).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Committed: a permanent snapshot in the logbook (git commit).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git add selects what goes in; git commit takes the snapshot and writes the entry.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git status shows changes; git log shows history; git diff shows what changed.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Commit messages are documentation: present tense, action-focused, informative.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Three commands get you 90% of the way: git add, git commit, git push. Look up flags with git --help — real developers do this constantly. Run git status between every step to watch a change move states.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Bad vs Good Commit Messages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A message tells future-you what changed without opening the 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6492240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6217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BAD: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"fix stuff"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"update"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"work"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GOOD: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"Add authentication logic to login form"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"Fix off-by-one error in pagination"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Good = present tense, action-focused, tells you what changed.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The logbook is only useful if the entries are readable.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600" y="1417320"/>
            <a:ext cx="4690872" cy="502920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611880"/>
            <a:ext cx="4690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3886200"/>
            <a:ext cx="4325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Two logbook pages — one with illegible scrawl, one with clear timestamped entries]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508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C14"/>
                </a:solidFill>
                <a:latin typeface="Calibri"/>
              </a:rPr>
              <a:t>Exercise 1 — Your First Repository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6858000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658368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1.   Create a folder, cd into it, run git init.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2.   Create README.md with a line of content. Run git status — see it untracked.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3.   git add README.md, then git status again — watch it move to staged.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4.   git commit -m "Add project README". Run git log to see the entry.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5.   Edit the file, git add and git commit again. Run git diff and read the change. Save a transcript.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713232"/>
            <a:ext cx="4325112" cy="5733288"/>
          </a:xfrm>
          <a:prstGeom prst="rect">
            <a:avLst/>
          </a:prstGeom>
          <a:solidFill>
            <a:srgbClr val="0F1423"/>
          </a:solidFill>
          <a:ln w="19050">
            <a:solidFill>
              <a:srgbClr val="00E57A"/>
            </a:solidFill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3259836"/>
            <a:ext cx="4325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7A"/>
                </a:solidFill>
                <a:latin typeface="Calibri"/>
              </a:rPr>
              <a:t>◼ 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534156"/>
            <a:ext cx="3959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change moving working dir -&gt; staging -&gt; committed, three clear stations]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CHECK 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00"/>
                </a:solidFill>
                <a:latin typeface="Calibri"/>
              </a:rPr>
              <a:t>Before You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10972800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1000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You edited three files but only want to record changes to one of them in this snapshot.
Which command controls what goes into the commit, and how?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Your First Repository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A repo is a folder Git tracks; git init starts it.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Three states: working directory -&gt; staged (git add) -&gt; committed (git commit).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git log reads history; git diff shows what changed between snapshots.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Commit messages are documentation — write them present tense and action-focused.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Branching, Merging,
and Conflicts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A branch is parallel work you can experiment on without touching main; merging folds it back; conflicts you resolve by hand.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Two parallel lines of work diverging from a main line and folding back together]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Branches, Merges, and Conflict Markers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A branch is a movable pointer to a line of commits. main is the default.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git branch &lt;name&gt; creates it; git switch &lt;name&gt; moves onto it.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Your commits go on the branch; main stays untouched until you merge.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git merge &lt;name&gt; folds a branch's changes into the current branch.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A merge conflict happens when two branches change the same line of the same file.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Git stops and marks the conflict: &lt;&lt;&lt;&lt;&lt;&lt;&lt;  =======  &gt;&gt;&gt;&gt;&gt;&gt;&gt;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Edit to the version you want, delete the markers, git add and git commit to finish.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Git is a time machine: every commit is a snapshot. Try an idea on a branch, merge it if it works, throw it away if it does not. Branches make experimentation free.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 Conflict Is Not an Emergency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443484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44348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A conflict is Git telling you it needs a human decision — not that something broke.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Walk through one slowly the first time. After one practice conflict, it stops being scary.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This is the SAME review you do when an agent hands you a branch.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If the agent's branch touches files you also changed, you resolve it exactly this way.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git branch -d &lt;name&gt; deletes a branch once it is merged.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508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C14"/>
                </a:solidFill>
                <a:latin typeface="Calibri"/>
              </a:rPr>
              <a:t>Exercise 2 — Branching Sprint + Merge Conflict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6858000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658368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1.   On main, create a file and commit it.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2.   Create branch feature/add-content, switch to it, change the file, commit.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3.   Switch back to main, verify unchanged, then git merge feature/add-content. Delete the branch.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4.   Force a conflict: two branches from main each edit the SAME line of one file.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5.   Merge the first (succeeds), merge the second (conflict). Resolve markers, git add, git commit. Transcript.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713232"/>
            <a:ext cx="4325112" cy="5733288"/>
          </a:xfrm>
          <a:prstGeom prst="rect">
            <a:avLst/>
          </a:prstGeom>
          <a:solidFill>
            <a:srgbClr val="0F1423"/>
          </a:solidFill>
          <a:ln w="19050">
            <a:solidFill>
              <a:srgbClr val="00E57A"/>
            </a:solidFill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3259836"/>
            <a:ext cx="4325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7A"/>
                </a:solidFill>
                <a:latin typeface="Calibri"/>
              </a:rPr>
              <a:t>◼ 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534156"/>
            <a:ext cx="3959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soldier reconciling two conflicting field reports into one agreed version]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CHECK 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00"/>
                </a:solidFill>
                <a:latin typeface="Calibri"/>
              </a:rPr>
              <a:t>Before You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10972800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1000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You merge a branch and Git reports a conflict in one file.
What does that mean Git is asking you to do, and what are the three markers it left in the file?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Branching, Merging, and Conflicts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A branch is isolated work; main stays intact until you merge.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git branch / git switch / git merge / git branch -d cover the workflow.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A merge conflict is a request for a human decision, not a failure.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Resolving a conflict by hand is the same skill as reviewing an agent's branch.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.gitignore First,
Then Push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.gitignore tells Git which files to never track — and you create it BEFORE the first commit, because too late equals never.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redaction stamp applied to documents before they ever enter the official record]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OPSEC Enforcement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.gitignore is a plaintext file listing patterns Git should never track.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Anything matching a pattern is never staged, never committed, never reaches the remote.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Minimum entries: .env  *.key  *credentials*  .DS_Store  __pycache__/  .venv/  node_modules/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The remote: GitHub hosts a copy. git push sends commits up; git pull brings teammates' down.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A pull request (PR) proposes a merge with a reviewable diff — the quality gate for agent work.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When an agent changes files on a branch, the PR is how you review it line by line before main.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This is the data-handling bright line from Module 1, enforced at the tool level. Same discipline, now built into the workflow.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Why Sequence Is Load-Bearing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DANGER: create .gitignore BEFORE your first commit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6492240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6217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If a credential file is committed first, adding it to .gitignore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later does NOT remove it from history. The file stays recoverable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by anyone with the repo.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Deleting it in a new commit does not erase it — the earlier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snapshot still holds it. Rewriting published history is painful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and unreliable.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The only safe move: never commit it. That is what .gitignore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is for, and that is why it comes FIRST. This is not a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recoverable mistake.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600" y="1417320"/>
            <a:ext cx="4690872" cy="502920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611880"/>
            <a:ext cx="4690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3886200"/>
            <a:ext cx="4325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leaked credential in an old logbook page — visible no matter what later pages say]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508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C14"/>
                </a:solidFill>
                <a:latin typeface="Calibri"/>
              </a:rPr>
              <a:t>Exercise 3 — .gitignore and Push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6858000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658368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1.   In a new repo, BEFORE any commit, create .gitignore: .env, credential patterns, .DS_Store, __pycache__/, .venv/.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2.   Create a fake .env with a dummy secret. Run git status — confirm .env does NOT appear.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3.   Make your real first commit (README and code, not the secret).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4.   Create a GitHub repo (gh repo create), then git push. Confirm commits appear on GitHub.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5.   Optional: push a branch, gh pr create, review the diff, merge. Build the repo to 5+ commits — that is the deliverable.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713232"/>
            <a:ext cx="4325112" cy="5733288"/>
          </a:xfrm>
          <a:prstGeom prst="rect">
            <a:avLst/>
          </a:prstGeom>
          <a:solidFill>
            <a:srgbClr val="0F1423"/>
          </a:solidFill>
          <a:ln w="19050">
            <a:solidFill>
              <a:srgbClr val="00E57A"/>
            </a:solidFill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3259836"/>
            <a:ext cx="4325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7A"/>
                </a:solidFill>
                <a:latin typeface="Calibri"/>
              </a:rPr>
              <a:t>◼ 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534156"/>
            <a:ext cx="3959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pre-flight checklist completed before anything leaves the wire]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CHECK 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00"/>
                </a:solidFill>
                <a:latin typeface="Calibri"/>
              </a:rPr>
              <a:t>Before You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10972800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1000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You accidentally committed a .env file with a real credential and pushed it.
Why is deleting the file in a new commit not enough, and what should you have done to prevent this?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.gitignore First, Then Push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.gitignore lists patterns Git never tracks — keep credentials and junk out of the logbook.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Create it BEFORE the first commit: once in history, .gitignore later does not remove it.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git push backs the repo up to GitHub; git pull brings shared changes down.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A PR diff is the review gate — the way you check an agent's changes before they touch main.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The Duty Logbook — Concepts and Commands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11365992" cy="38404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C14"/>
                </a:solidFill>
                <a:latin typeface="Calibri"/>
              </a:rP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44475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C14"/>
                </a:solidFill>
                <a:latin typeface="Calibri"/>
              </a:rPr>
              <a:t>COMMANDS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19" y="144475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C14"/>
                </a:solidFill>
                <a:latin typeface="Calibri"/>
              </a:rPr>
              <a:t>THE 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73936"/>
            <a:ext cx="11365992" cy="758952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773936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847088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The logbook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1847088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git init, git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7" y="1847088"/>
            <a:ext cx="36118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A repo records every change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532888"/>
            <a:ext cx="11365992" cy="758952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532888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260604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Make an entry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2606040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git add, git commit, git log, git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7" y="2606040"/>
            <a:ext cx="36118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Stage, snapshot, read history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291840"/>
            <a:ext cx="11365992" cy="758952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291840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3364992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Parallel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35808" y="3364992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git branch, git switch, git merge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7" y="3364992"/>
            <a:ext cx="36118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Try changes in isolation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050792"/>
            <a:ext cx="11365992" cy="758952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050792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" y="4123944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Resolve conflict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35808" y="4123944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edit markers, git add, git commit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7" y="4123944"/>
            <a:ext cx="36118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A human decision, not a failure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809744"/>
            <a:ext cx="11365992" cy="758952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4809744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" y="4882896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OPSEC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35808" y="4882896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.gitignore BEFORE first commit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7" y="4882896"/>
            <a:ext cx="36118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Keep credentials out of history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5568696"/>
            <a:ext cx="11365992" cy="758952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5568696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08" y="5641848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Remote + 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35808" y="5641848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git push, gh pr create, PR diff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7" y="5641848"/>
            <a:ext cx="36118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Back up, share, review agent work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READINESS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Confirm before moving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50800">
              <a:srgbClr val="FFAA00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can explain version control as a duty logbook of changes I can rewind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can init a repo and record snapshots with add, commit, log, and diff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write commit messages in present tense, action-focused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can create a branch, merge it, and resolve a conflict by hand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My .gitignore exists BEFORE any commit and excludes .env and credential files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confirmed ignored files do not appear in git status before pushing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can push to GitHub and read a PR diff before merging — the review gate for agent work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My repository has five or more commits and a successful push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635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END OF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The Duty Logbook:
Version Control
with Git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971800"/>
            <a:ext cx="5486400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154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56616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A8B4C8"/>
                </a:solidFill>
                <a:latin typeface="Calibri"/>
              </a:rPr>
              <a:t>  1.   Keep using the logbook on every project — commit early, commit often, write readable messages.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A8B4C8"/>
                </a:solidFill>
                <a:latin typeface="Calibri"/>
              </a:rPr>
              <a:t>  2.   Always create .gitignore before the first commit. Too late is the same as never.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A8B4C8"/>
                </a:solidFill>
                <a:latin typeface="Calibri"/>
              </a:rPr>
              <a:t>  3.   Build your repo to five or more commits with a successful push as the module deliverable.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A8B4C8"/>
                </a:solidFill>
                <a:latin typeface="Calibri"/>
              </a:rPr>
              <a:t>  4.   Next module: with terrain mapped and the logbook running, move from advising a model to commanding an agent.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