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635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FF"/>
                </a:solidFill>
                <a:latin typeface="Calibri"/>
              </a:rPr>
              <a:t>AGENTIC COMMANDERS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5943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Personalizing
Your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657600"/>
            <a:ext cx="5303520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794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4C8"/>
                </a:solidFill>
                <a:latin typeface="Calibri"/>
              </a:rPr>
              <a:t>BEDROCK MODULE  |  20 MINUTES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320040"/>
            <a:ext cx="5394960" cy="60807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30403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3147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Soldier configuring a workstation at a cyber operations desk]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Situation Brief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11365992" cy="96012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50800" cy="96012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BLUF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18488"/>
            <a:ext cx="110002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Most AI tools let you set persistent instructions so the model already knows who you are, how you communicate, and what to never do — before you type a single word. Personalization is a one-time investment that pays back on every session after.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A00"/>
                </a:solidFill>
                <a:latin typeface="Calibri"/>
              </a:rPr>
              <a:t>⏱  20 minutes (self-contained)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788920"/>
            <a:ext cx="11365992" cy="36118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788920"/>
            <a:ext cx="50800" cy="36118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529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FF"/>
                </a:solidFill>
                <a:latin typeface="Calibri"/>
              </a:rPr>
              <a:t>LEARNING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154680"/>
            <a:ext cx="1100023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Locate the custom instruction or project settings in your AI tool of choice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Write at least three persistent instructions covering identity, format, and prohibited behaviors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Understand what to include — and what to keep out — of custom instructions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Distinguish between custom instructions, memory, and projects as persistent context mechanisms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Recognize the context window cost of custom instructions and how to manage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37160" y="3657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0" b="1" i="0">
                <a:solidFill>
                  <a:srgbClr val="151E35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SECTION 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5303520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Default Settings Are
a Starting 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30352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Calibri"/>
              </a:rPr>
              <a:t>Without customization, every chat starts cold. A one-time setup pays back on every conversation after.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48640"/>
            <a:ext cx="5212080" cy="58521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Soldier receiving no briefing before a mission — starting from zero every time]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Why Personalization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Without customization, every new chat starts cold.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The model does not know who you are, how you communicate, or what context is always relevant.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Every session you either re-explain yourself or accept generic output.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Personalization is a one-time investment that pays back on every single conversation after.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Most major platforms expose persistent customization through custom instructions or project settings.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Instructions load at the start of every conversation — before you type anything.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Think of it as a standard SALUTE brief the model gets before every session. You write it once. It briefs itself.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Where to Find It: ChatGPT and Claude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443484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44348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ChatGPT — Custom Instructions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Settings → Personalization → Custom Instructions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Two fields: 'What should ChatGPT know about you?' and 'How should it respond?'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Applied automatically to every new conversation.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Claude — Projects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Claude.ai → Projects → Create a Project → Set Instructions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One system prompt field — use it the same way.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Upload documents the model can reference across all conversations in that project.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to Put In — and What to Keep 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PUT IN: your role and what you do day to day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PUT IN: how you prefer responses (length, format, tone)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PUT IN: things to always do — 'Lead with a one-sentence summary. Use bullet points.'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PUT IN: things to never do — 'No emojis. No padding. Do not apologize.'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PUT IN: recurring context — tools, team terminology, domain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KEEP OUT: sensitive information, PII, classified or controlled material of any kind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KEEP OUT: anything covered in the Data Handling module — instructions go to the platform's servers on every request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Security reminder: custom instructions are sent to the platform on every message. Nothing sensitive, nothing controlled, nothing above the system's authorization ceiling.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Before and After Custom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Scenario: Analyst asking for a document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6492240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6217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WITHOUT CUSTOM INSTRUCTIONS: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You ask: "Summarize this document."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The model returns a five-paragraph response — neutral tone, hedging,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introduction, conclusion, multiple caveats. Generic.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WITH CUSTOM INSTRUCTIONS: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Instructions set: "I'm an analyst. Lead with BLUF. Use bullets.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No padding. Max 150 words."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You ask: "Summarize this document."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Same document. Same model. Direct, structured output that matches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how you actually communicate.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6600" y="1417320"/>
            <a:ext cx="4690872" cy="502920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611880"/>
            <a:ext cx="4690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3886200"/>
            <a:ext cx="4325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Two document summaries side by side — one verbose and generic, one clean and direct]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Two Cautions Before You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Caution 1: Start with one thing.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Tell it one thing it gets wrong every time. Fix that first. Build from there.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A tight 50-word instruction that sticks beats a 1,000-word template the model ignores after three turns.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Caution 2: Custom instructions count against your context window.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They are loaded on every message. A very long instruction reduces the effective window for your actual conversation.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Keep custom instructions under 500 words.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If you need more persistent context, use a Project document instead of cramming it into the instruction field.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Instructor Note: Custom instruction UI locations change frequently. Verify the menu path before teaching — the concept is stable, the UI is not.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CHECK ON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A00"/>
                </a:solidFill>
                <a:latin typeface="Calibri"/>
              </a:rPr>
              <a:t>Before You Continue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44168"/>
            <a:ext cx="10972800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1100023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You wrote a custom instruction that says 'always lead with a one-sentence summary.'
On one response, the model ignores it.
What are the two most likely causes?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508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C14"/>
                </a:solidFill>
                <a:latin typeface="Calibri"/>
              </a:rPr>
              <a:t>Setting Up Custom Instructions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6858000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658368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1.   Open your AI tool of choice. Find the custom instructions or project settings.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2.   Write at least three instructions: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3.       — One about who you are and what you do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4.       — One about how you like responses formatted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5.       — One about something to never do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6.   Start a new chat. Ask a question you have asked before without custom instructions.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7.   Compare the two outputs. Did the model follow your instructions?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713232"/>
            <a:ext cx="4325112" cy="5733288"/>
          </a:xfrm>
          <a:prstGeom prst="rect">
            <a:avLst/>
          </a:prstGeom>
          <a:solidFill>
            <a:srgbClr val="0F1423"/>
          </a:solidFill>
          <a:ln w="19050">
            <a:solidFill>
              <a:srgbClr val="00E57A"/>
            </a:solidFill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3259836"/>
            <a:ext cx="4325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7A"/>
                </a:solidFill>
                <a:latin typeface="Calibri"/>
              </a:rPr>
              <a:t>◼ 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534156"/>
            <a:ext cx="3959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Soldier filling out a standard form at a workstation — building a reusable configuration]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Default Settings Are a Starting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Every session starts cold without customization — the model knows nothing about you.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Custom instructions load before every conversation. Write them once; pay back on every session.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Include role, format preferences, always-do and never-do behaviors.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Keep sensitive and controlled information out — instructions reach the platform's servers on every request.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Keep instructions under 500 words to protect your effective context window.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37160" y="3657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0" b="1" i="0">
                <a:solidFill>
                  <a:srgbClr val="151E35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SECTION  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5303520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Projects, Memory,
and Personas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30352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Calibri"/>
              </a:rPr>
              <a:t>Beyond custom instructions: structured persistent context that turns a generic tool into one that already knows your 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48640"/>
            <a:ext cx="5212080" cy="58521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Soldier setting up a dedicated operations cell — organized, pre-configured for a specific mission type]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Claude Projects: A Dedicated Workspace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A Project is a workspace with its own system prompt and document library.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Use a Project when: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You have a recurring task with the same context requirements every time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You want to upload reference documents the model can consult in every conversation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You need different configurations for different types of work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Create one project for analysis, one for writing, one for research.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Each has its own instructions and document set. Context never bleeds between project types.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Example: Your analysis Project has instructions set and your organization's style guide uploaded. You open the project and start working — context already loaded.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ChatGPT Memory: Reactive Persistence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Memory records facts from your conversations and surfaces them in future sessions.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The model notes your name, role, preferences, and past decisions as they come up.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View, edit, and delete memory entries at any time: Settings → Personalization → Memory.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Memory is reactive — it records what comes up in conversation.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Custom instructions are proactive — you set them deliberately.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Use both: custom instructions for stable preferences, memory for things that evolve.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Instructor Note: Memory availability varies by subscription tier and has been rolled out at different times across regions. Verify current availability before teaching.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Personas: Named Configurations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443484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44348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A persona is a named role, tone, and constraint set you can switch to by name.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Supported on some platforms and all agentic harnesses.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A well-defined persona means you do not re-explain the agent's role every session.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The persona carries the configuration — you start working immediately.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In agentic contexts: define the persona once, invoke it by name, begin the mission.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 Working Project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Scenario: Analyst who does recurring document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6492240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6217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PROJECT INSTRUCTIONS: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"You are a plain-language editor supporting an analyst.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Lead with the main finding. No jargon.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Flag anything that requires verification before acting on it.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Max 200 words per response unless asked for more."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PROJECT DOCUMENTS: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— Organization's style guide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— Glossary of domain terms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— One-page brief on the current project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Every analysis conversation starts with that context already loaded.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Open the project. Start working.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6600" y="1417320"/>
            <a:ext cx="4690872" cy="502920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611880"/>
            <a:ext cx="4690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3886200"/>
            <a:ext cx="4325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Analyst at a pre-configured workstation — everything staged before the mission begins]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CHECK ON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A00"/>
                </a:solidFill>
                <a:latin typeface="Calibri"/>
              </a:rPr>
              <a:t>Before You Continue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44168"/>
            <a:ext cx="10972800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1100023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You create a Project for analysis work with detailed instructions.
Three months later, your role changes.
What do you need to update, and where?
What happens if you do not update it?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508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C14"/>
                </a:solidFill>
                <a:latin typeface="Calibri"/>
              </a:rPr>
              <a:t>Projects, Memory, and Personas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6858000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658368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1.   If you use Claude: create a Project for one type of work you do repeatedly.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2.       — Add instructions and at least one reference document to the Project.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3.   If you use ChatGPT: go to Settings → Personalization → Memory.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4.       — Delete any outdated or wrong entries. Add a manual entry for something the model should always know.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5.   Start a new conversation inside the Project or with memory active.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6.   Compare how quickly the model orients to your work versus a cold-start session.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713232"/>
            <a:ext cx="4325112" cy="5733288"/>
          </a:xfrm>
          <a:prstGeom prst="rect">
            <a:avLst/>
          </a:prstGeom>
          <a:solidFill>
            <a:srgbClr val="0F1423"/>
          </a:solidFill>
          <a:ln w="19050">
            <a:solidFill>
              <a:srgbClr val="00E57A"/>
            </a:solidFill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3259836"/>
            <a:ext cx="4325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7A"/>
                </a:solidFill>
                <a:latin typeface="Calibri"/>
              </a:rPr>
              <a:t>◼ 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534156"/>
            <a:ext cx="3959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Soldier comparing two mission briefings — one starting from scratch, one pre-staged and ready]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Projects, Memory, and Personas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Claude Projects: a dedicated workspace with instructions and uploaded documents for recurring work.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ChatGPT Memory: reactive — records facts from conversations. Supplement custom instructions, not a replacement.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Personas: named configurations that carry role and constraints without re-briefing each session.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Use Projects for structured, recurring work. Use memory for evolving preferences.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Keep project documents free of sensitive or controlled material — same rule as custom instructions.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READINESS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Confirm before moving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50800">
              <a:srgbClr val="FFAA00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have found the custom instruction or project settings in my AI tool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have written at least three instructions: who I am, how I want responses, what to never do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ran a before/after comparison and noticed a measurable difference in output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did not include any sensitive or controlled information in my instructions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understand why custom instructions count against the context window and how to manage that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know the difference between custom instructions (proactive) and memory (reactive)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have set up or can describe how to set up a Project or named configuration for recurring work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635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END OF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Personalizing
Your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971800"/>
            <a:ext cx="5486400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154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56616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 b="0">
                <a:solidFill>
                  <a:srgbClr val="A8B4C8"/>
                </a:solidFill>
                <a:latin typeface="Calibri"/>
              </a:rPr>
              <a:t>  1.   Revisit your custom instructions after your first 10 sessions — trim what isn't working.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A8B4C8"/>
                </a:solidFill>
                <a:latin typeface="Calibri"/>
              </a:rPr>
              <a:t>  2.   Create at least one Project or named configuration for your most common AI use case.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A8B4C8"/>
                </a:solidFill>
                <a:latin typeface="Calibri"/>
              </a:rPr>
              <a:t>  3.   Apply the same security discipline here as everywhere: no sensitive data in persistent instructions.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A8B4C8"/>
                </a:solidFill>
                <a:latin typeface="Calibri"/>
              </a:rPr>
              <a:t>  4.   Build the habit: the model is only as well-briefed as the instructions you give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