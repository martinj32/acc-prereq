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Agentic AI —
Core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MODULE  |  AGENTIC AI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at a command post terminal with a supervisory posture, overseeing automated system activity on screen]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chatbot gives advice; an agent takes action. This module explains the difference, why version control becomes critical the moment an agent can edit your files, and the supervisor mindset that keeps agentic work responsible.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Self-contained module (prerequisites: Bedrock, Terminal Basics)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State the one-line difference between a chatbot and an agent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Explain what read, write, and execute access means in practice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Identify all three parts of the engine-harness-operator model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Explain why version control matters once an agent has write access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State the three duties of the supervisor: delegate, verify, own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Recognize and counter the two main supervision failure modes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Chatbot
vs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A chatbot gives advice. An agent takes action. The difference is read, write, and execute access to your real files and terminal.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asking for directions versus a soldier physically leading the patrol — advisor vs. actor]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an 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Ask a chatbot to rename a folder — it tells you the command.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Ask an agent — it renames the folder.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That is the entire difference. The agent has access.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Three levels of access: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Read — the agent can look at your files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Write — the agent can create and modify your files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Execute — the agent can run commands in your terminal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LLM is the engine. A harness with tools gives it hands. You are the operator.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This is the payoff for Terminal Basics. Every command students learned — pwd, ls, cd, mkdir, mv — is what the agent runs in their filesystem. They learned the terrain to supervise someone else navigating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Read, Write, Execute Is a Lot of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This is not abstract.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An agent with write and execute access can create, modify, or delete files on your real machine.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You are extending significant trust when you give an agent these permissions.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engine-harness-operator model: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Engine — the LLM: reasons, generates, plans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Harness — the tool layer: gives the engine reach into your filesystem and terminal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Operator — you: directs the mission and pulls the plug when it goes wrong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Everything in advanced agentic work stacks on this primitive.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WARNING: An agent with write and execute access can create, modify, or delete files on your real machine. The supervisor mindset in Section 3 is what keeps that from becoming a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asked a chatbot to rename a folder. It gave you instructions.
You asked an agent the same question. It renamed the folder.
What are you trusting the agent with when it does that — and what would happen if it made an assumption about which folder to rename?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Chatbot vs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Open your AI chatbot (Claude web, ChatGPT, or equivalent).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Ask it: 'Rename the folder project to project-v1.' Read the response. Did it rename anything or tell you how?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If Claude Code is available — open it in a project folder. Ask the same question. Watch what it does.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Does it call a tool? Ask for confirmation? Does the folder change on disk?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Write one sentence: what was different between the two responses? Which one did the work?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comparing two radio responses — one with instructions, one with a completed action report]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Chatbot vs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 chatbot gives advice. An agent takes action — that is the entire difference.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Agents have three levels of access: read, write, and execute.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Engine + harness + operator = the complete agentic system.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You are extending real trust. The supervisor mindset is what keeps it responsible.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Why Version
Control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When an agent can change your files, you want a logbook of every change — what changed, when, and why — with the ability to go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Army duty NCO maintaining a logbook at a battalion operations desk]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Logbook for Your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 time a file changes, version control records a snapshot.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What changed. When. A note about why. Stored locally on your machine.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 snapshot can be rewound.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Version control is the duty logbook.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Every change recorded: what, when, why, who.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agent is about to start making entries in your files.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logbook is how you keep accountability over a teammate who works fast and never sleeps.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Why software people seem to remember everything: they do not. They have the log. 'Who changed this and when?' is a two-second lookup. 'What did this file look like last Tuesday?' is one command.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Layers of Version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Local logbook — your machine keeps the record.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can always rewind to any previous snapshot without needing the internet.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Every intermediate state is saved.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Remote copy — the same history synchronized to a cloud server.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Backup — protection against local machine failure.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mechanism for teammates working on the same files.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No commands today. You are loading the reason. Commands come in the git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Instructor note: Resist teaching git commands here. The concept is the prerequisite. If a student asks 'how do I actually do this' — tell them it comes in the next session. Today is the why.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 agent just ran a batch edit on 40 files.
You look at one file and it is not right.
Without version control — what are your options?
With version control — what changes?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Why Version Control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Think about a file you have edited multiple times over the past month.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Ask yourself: 'If I needed to see what it looked like three weeks ago, could I?'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Ask yourself: 'If something went wrong in that file right now, what would I lose?'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That gap — between what you want to recover and what you can currently recover — is what version control fills.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No commands today. Load the reason. The commands come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reviewing a handwritten duty log — cross-referencing entries from the previous week]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Why Version Control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Version control is a logbook: every file change recorded with what, when, and why.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Every snapshot can be rewound — local recovery without the internet.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Remote copy provides backup and enables team coordination.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Once an agent has write access, you need this logbook — it works fast and never sleeps.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The Supervisor
Mindset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Delegate clearly, verify the work, and own the outcome. The agent fills ambiguity with plausible assumptions — your job is to command well and check.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NCO supervising a junior soldier completing a task — reviewing the work before signing off]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Motivated-Junior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agent is a junior teammate with file-system access.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Capable. Fast. Willing to fill ambiguity with plausible-sounding assumptions.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It will never push back or say 'I'm not sure' unless you build that into the prompt.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It executes your intent — including the parts you left implicit.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Three duties of the supervisor: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Delegate clearly — vague intent produces confident but wrong execution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Verify the work — check what the agent actually did, not just what it said it did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Own the outcome — the capability does not transfer the accountability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The capability does not transfer the accountability. You are still the one who signs for the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Failure Modes to Name and Counter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Failure Mode 1: Blind Trust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'It sounds right.' Confident output from an agent is not verified output.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Check the work before you act on it — fluency is not evidence of accuracy.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Failure Mode 2: Learned Helplessness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'I can't check this, it's too technical.'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do not need to replicate the agent's work.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need to check: does output make sense? Were constraints honored? Does anything look wrong?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That is a human judgment call — not a technical skill.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Both failure modes leave you exposed. Blind trust means you sign for something you did not verify. Learned helplessness means you hand over accountability without a check. Neither is acceptable.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Delegate-Verify-Own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Step 1: Delegate — write a clear brief.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Who you are. What you need. What good output looks like. What is off-limits.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Step 2: Verify — check what the agent actually did.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Not what it narrated. The actual output.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Step 3: Own — if something is wrong, you catch it, fix it, and note what to specify more precisely.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Example — reorganize a folder of files by date: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Delegate: 'Move files by date. Do not delete anything. Show me the plan first.'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Verify: spot-check three files. Confirm nothing was deleted.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Optimize for the loop, not the polish. A rough artifact that was checked is a better outcome than a finished artifact that was not.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 agent completes a task and narrates what it did in clear, confident language.
The output looks correct at first glance.
What would you check to actually verify it — and how would you know if an unauthorized assumption had been made?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The Supervisor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Give the agent (or chatbot) a small real task.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Write a clear brief: who you are, what you need, what good output looks like, and what is off-limits.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Submit it. Read the output.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Verify: does it do what you asked? Did it make assumptions you did not authorize? Is anything wrong?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If something is off — correct it. Identify what you should have specified more precisely.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6.   That loop — delegate, verify, correct — is the whole skill.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NCO with clipboard reviewing completed work by a junior soldier before signing off at a command post]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The Supervisor Mindset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 agent is a motivated junior with file-system access — capable, fast, and assumption-prone.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Three duties: delegate clearly, verify the work, own the outcome.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Blind trust and learned helplessness are both failure modes — check the work.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 loop: delegate → verify → correct. That is the entire skill.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Worked
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All three concepts — agent access, version control, and supervisor mindset — in a single scenario.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After-action review board with soldiers analyzing an operation log at a conference table]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Example: The Supervisor Loop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Scenario: Agent reorganizes a project folder of dated field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BRIEF (Delegate clearly):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'Move all files with a date in the filename into subfolders by year.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Do not delete anything. Show me the plan before you execute.'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AGENT RESPONSE: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Lists 47 files. Proposes folder structure. Waits for approval.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VERIFY: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You review the plan. Spot-check three files after execution.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Confirm nothing was deleted. Version control log shows every move.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OWN: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One file landed in wrong year folder — you catch it, fix it, update the brief.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reviewing a printed file manifest against what appeared on screen — line by line verification]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Three Foundations of Agentic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8404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447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444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47088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Chatbot vs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47088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Agents read, write, and execute — they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184708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Trust is real. You need a supervisor mindset before granting access.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606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Version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606040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Logbook of every file change you can rewind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60604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Once an agent edits files, this is not optional — it is accountability.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364992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Supervisor Mindset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364992"/>
            <a:ext cx="3886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Delegate clearly, verify the work, own the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3364992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The loop keeps capable-and-fast from becoming a liability.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state the one-line difference between a chatbot and an agent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explain what read, write, and execute access means in practice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understand why Terminal Basics was the prerequisite for this module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name all three parts of the engine-harness-operator model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explain version control as a logbook of file changes I can rewind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understand why version control matters once an agent has write access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distinguish the local logbook from the remote copy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state the three duties of the supervisor: delegate, verify, own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know the difference between blind trust and verified output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completed at least one delegate-verify-correct loop with a real task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Agentic AI —
Core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Complete the hands-on exercises in all three sections before continuing.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In your first Claude Code session, name out loud which access level you are granting: read, write, or execute.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Before any agentic task: write the brief, verify the output, own the result.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4.   Next module: working with git — the commands that make the logbook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